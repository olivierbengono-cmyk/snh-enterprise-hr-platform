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SNH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C4E8"/>
                </a:solidFill>
              </a:rPr>
              <a:t>Societe Nationale des Hydrocarbures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CVtheque &amp;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Portail de Recrutement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639312"/>
            <a:ext cx="7315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E8"/>
                </a:solidFill>
              </a:rPr>
              <a:t>Presentation au Directoire  -  Suite a la note 641 DRH/DI/COM du 19 juin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7939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Direction des Ressources Humaines  |  Juillet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4919472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0D2D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83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</a:rPr>
              <a:t>DEROULEMENT DE LA SEANCE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533095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3272" y="5340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Introduction DADRH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Contexte &amp; enjeux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de la CVtheque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54680" y="5376672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55848" y="533095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5340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Portail Candidat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Espace public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de candidature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16168" y="5376672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17336" y="533095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56248" y="5340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CVtheque RH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56248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Gestion, recherche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&amp; adequation 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77656" y="5376672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78824" y="533095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78824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17736" y="5340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Perspectives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17736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Workflow puis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autres modules SIRH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DRH/DI/COM  |  Note 641 du 19 juin 2026  |  Confidentiel  |  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</a:rPr>
              <a:t>MOT D'INTRODUCTION - MADAME LE DIRECTEUR ADJOINT DES RESSOURCES HUMAINES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621792"/>
            <a:ext cx="11448288" cy="768096"/>
          </a:xfrm>
          <a:prstGeom prst="roundRect">
            <a:avLst>
              <a:gd name="adj" fmla="val 9524"/>
            </a:avLst>
          </a:prstGeom>
          <a:solidFill>
            <a:srgbClr val="0D2D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766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Contexte &amp; Enjeux de la mise en place d'une CVtheque a la SNH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C4E8"/>
                </a:solidFill>
              </a:rPr>
              <a:t>Direction des Ressources Humaines  -  SNH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517904"/>
            <a:ext cx="1144828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64208"/>
            <a:ext cx="3785616" cy="4626864"/>
          </a:xfrm>
          <a:prstGeom prst="roundRect">
            <a:avLst>
              <a:gd name="adj" fmla="val 2415"/>
            </a:avLst>
          </a:prstGeom>
          <a:solidFill>
            <a:srgbClr val="0F1F3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664208"/>
            <a:ext cx="378561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7393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Pourquoi une CVtheque 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" y="2139696"/>
            <a:ext cx="345643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37744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0428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Instruction de Madame le Conseiller N 2 - reunion de coordination du 2 avril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" y="331012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36976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Concertation tripartite DRH / DI / COM mandatee pour doter la SNH d'un dispositif moderne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424281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6966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Descente conjointe chez Tradex (filiale SNH) - recueil des bonnes pratiques en mai-juin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" y="517550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0235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Note 641 DRH/DI/COM du 19 juin 2026 - formalisation des orientations retenues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664208"/>
            <a:ext cx="3785616" cy="4626864"/>
          </a:xfrm>
          <a:prstGeom prst="roundRect">
            <a:avLst>
              <a:gd name="adj" fmla="val 2415"/>
            </a:avLst>
          </a:prstGeom>
          <a:solidFill>
            <a:srgbClr val="1A0F0F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664208"/>
            <a:ext cx="3785616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177393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Situation actuelle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16552" y="2139696"/>
            <a:ext cx="3456432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6552" y="23774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30428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Candidatures recues par email, depot physique ou recommandations informelles - aucun canal centralise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16552" y="33101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236976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Dossiers papier ou tableurs disperses - risques de perte, doublons, pas de tracabilite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16552" y="424281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16966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Aucune visibilite sur le vivier de candidats entre deux campagnes de recrutement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16552" y="517550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10235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Image employeur insuffisante - la SNH ne dispose pas de portail dedie aux candidats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56448" y="1664208"/>
            <a:ext cx="3785616" cy="4626864"/>
          </a:xfrm>
          <a:prstGeom prst="roundRect">
            <a:avLst>
              <a:gd name="adj" fmla="val 2415"/>
            </a:avLst>
          </a:prstGeom>
          <a:solidFill>
            <a:srgbClr val="0A1A12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1664208"/>
            <a:ext cx="3785616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177393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Enjeux &amp; Objectifs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2139696"/>
            <a:ext cx="3456432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3774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230428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Centraliser toutes les candidatures dans une base numerique unique, securisee et exploitable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21040" y="331012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3236976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Offrir un portail public professionnel et bilingue - ameliorer l'image employeur de la SNH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321040" y="424281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416966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Permettre a la DRH de rechercher, filtrer et evaluer les candidats avec l'intelligence artificielle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21040" y="517550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2208" y="510235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Constituer un vivier de talents reutilisable pour les recrutements futurs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DRH/DI/COM  |  Note 641 du 19 juin 2026  |  Confidentiel  |  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13385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10896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6CA8"/>
                </a:solidFill>
              </a:rPr>
              <a:t>PORTAIL DE RECRUTEMENT - ESPACE CANDIDAT (ACCES PUBLIC)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1338560" cy="420624"/>
          </a:xfrm>
          <a:prstGeom prst="roundRect">
            <a:avLst>
              <a:gd name="adj" fmla="val 13043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0C4E8"/>
                </a:solidFill>
              </a:rPr>
              <a:t>"Consultez nos offres et postulez a la SNH depuis n'importe quel appareil - portail bilingue francais / anglais"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2852928" cy="2505456"/>
          </a:xfrm>
          <a:prstGeom prst="roundRect">
            <a:avLst>
              <a:gd name="adj" fmla="val 365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35024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1389888"/>
            <a:ext cx="365760" cy="3657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5064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Consulter les offres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221284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Portail public SNH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256032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Filtres par poste, contrat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907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Affichage bilingue FR/EN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91256" y="245059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CA8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92424" y="1335024"/>
            <a:ext cx="2852928" cy="2505456"/>
          </a:xfrm>
          <a:prstGeom prst="roundRect">
            <a:avLst>
              <a:gd name="adj" fmla="val 365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1335024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6008" y="1389888"/>
            <a:ext cx="365760" cy="3657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83864" y="1865376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Creer son profil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02152" y="221284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Identite, formations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256032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Experiences, competences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2152" y="2907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Langues &amp; recommandateurs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245059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CA8"/>
                </a:solidFill>
              </a:rPr>
              <a:t>-&gt;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73368" y="1335024"/>
            <a:ext cx="2852928" cy="2505456"/>
          </a:xfrm>
          <a:prstGeom prst="roundRect">
            <a:avLst>
              <a:gd name="adj" fmla="val 365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1335024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1389888"/>
            <a:ext cx="365760" cy="3657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64808" y="1865376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Postuler en ligne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83096" y="221284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Sur offre publiee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83096" y="256032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Candidature spontanee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83096" y="2907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Emploi / stage aca. / pro.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53144" y="245059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CA8"/>
                </a:solidFill>
              </a:rPr>
              <a:t>-&gt;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54312" y="1335024"/>
            <a:ext cx="2852928" cy="2505456"/>
          </a:xfrm>
          <a:prstGeom prst="roundRect">
            <a:avLst>
              <a:gd name="adj" fmla="val 365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54312" y="1335024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97896" y="1389888"/>
            <a:ext cx="365760" cy="3657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97896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45752" y="1865376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Suivre sa candidature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64040" y="221284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Tableau de bord perso.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464040" y="256032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Statut en temps reel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64040" y="2907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- Notifications automatiques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950208"/>
            <a:ext cx="2852928" cy="2340864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950208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05993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Documents &amp; CV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1208" y="4407408"/>
            <a:ext cx="2633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Upload securise (CV, diplomes, CNI, attestations)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Alerte automatique d'expiration des pieces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92424" y="3950208"/>
            <a:ext cx="2852928" cy="2340864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92424" y="3950208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83864" y="405993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Generation de CV par IA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502152" y="4407408"/>
            <a:ext cx="2633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CV professionnel genere automatiquement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depuis le profil - mise en forme SNH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73368" y="3950208"/>
            <a:ext cx="2852928" cy="2340864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73368" y="3950208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64808" y="405993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Bilingue FR / EN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83096" y="4407408"/>
            <a:ext cx="2633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Toutes les offres disponibles en francais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et en anglais - attraction sous-regionale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354312" y="3950208"/>
            <a:ext cx="2852928" cy="2340864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54312" y="3950208"/>
            <a:ext cx="2852928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45752" y="405993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</a:rPr>
              <a:t>Responsive 24h/24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464040" y="4407408"/>
            <a:ext cx="2633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Optimise mobile, tablette, bureau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Aucune installation requise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DRH/DI/COM  |  Note 641 du 19 juin 2026  |  Confidentiel  |  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13385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10896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6CA8"/>
                </a:solidFill>
              </a:rPr>
              <a:t>CVTHEQUE - GESTION &amp; ADMINISTRATION RH (RECHERCHE, ADEQUATION IA)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2779776" cy="804672"/>
          </a:xfrm>
          <a:prstGeom prst="roundRect">
            <a:avLst>
              <a:gd name="adj" fmla="val 909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Dossier numerique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complet par candidat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37560" y="786384"/>
            <a:ext cx="2779776" cy="804672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229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Recherche 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37560" y="1161288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multi-criteres instantanee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63640" y="786384"/>
            <a:ext cx="2779776" cy="804672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229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Score adequation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1161288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profil / poste automatique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89720" y="786384"/>
            <a:ext cx="2779776" cy="804672"/>
          </a:xfrm>
          <a:prstGeom prst="roundRect">
            <a:avLst>
              <a:gd name="adj" fmla="val 9091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8229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Integration SIRH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89720" y="1161288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candidat -&gt; employe SNH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719072"/>
            <a:ext cx="5394960" cy="4553712"/>
          </a:xfrm>
          <a:prstGeom prst="roundRect">
            <a:avLst>
              <a:gd name="adj" fmla="val 200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719072"/>
            <a:ext cx="539496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7373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Dossier Candidat - Contenu complet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28600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231136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Identite, photo, coordonnees, nationalite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779776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724912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Formations &amp; diplomes (niveau, etablissement, pays)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273552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218688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Experiences professionnelles &amp; stages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3767328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712464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Competences techniques et soft skills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4261104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206240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Langues parlees avec niveau (A1 a C2)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75488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700016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Recommandateurs (nom, fonction, contact)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248656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5193792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Documents joints (CV, diplomes, CNI, attestations)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5742432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5687568"/>
            <a:ext cx="4882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</a:rPr>
              <a:t>Historique des candidatures &amp; statuts pipeline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1719072"/>
            <a:ext cx="5760720" cy="4553712"/>
          </a:xfrm>
          <a:prstGeom prst="roundRect">
            <a:avLst>
              <a:gd name="adj" fmla="val 200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1719072"/>
            <a:ext cx="57607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7373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Fonctions disponibles pour la DRH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80760" y="2212848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23113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Recherche &amp; Filtres avances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44768" y="245059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Par offre, statut, diplome, competence, score, date - resultats instantanes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0760" y="2779776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279806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Score d'adequation IA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44768" y="301752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Classement automatique des candidats par compatibilite au poste cible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0760" y="3346704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3364992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Fiche candidat detaillee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44768" y="358444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Dossier complet, apercu documents, historique echanges et candidatures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3913632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3931920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Communication candidats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44768" y="415137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Envoi d'emails et notifications personnalises depuis l'interface RH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80760" y="4480560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4498848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Evaluation &amp; Grille jury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44768" y="471830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Notation ponderee par jure, score global, rapport exportable en PDF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5047488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506577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Conversion Candidat -&gt; Employe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44768" y="528523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Integration automatique du candidat retenu dans le SIRH SNH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5614416"/>
            <a:ext cx="55412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4768" y="563270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Rapports &amp; Tableaux de bord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44768" y="585216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6 rapports disponibles - export PDF, statistiques temps reel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DRH/DI/COM  |  Note 641 du 19 juin 2026  |  Confidentiel  |  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CA8"/>
                </a:solidFill>
              </a:rPr>
              <a:t>PERSPECTIVES &amp; PROCHAINES ETAPES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la suite de vos echanges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114300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36192"/>
            <a:ext cx="5669280" cy="4773168"/>
          </a:xfrm>
          <a:prstGeom prst="roundRect">
            <a:avLst>
              <a:gd name="adj" fmla="val 1916"/>
            </a:avLst>
          </a:prstGeom>
          <a:solidFill>
            <a:srgbClr val="0D2D4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5669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62763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627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Workflow de Recrutement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5568" y="192024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Priorite immediate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249424"/>
            <a:ext cx="5340096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40864"/>
            <a:ext cx="53400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4A3B8"/>
                </a:solidFill>
              </a:rPr>
              <a:t>Deploiement du module de gestion du processus de recrutement en 10 etapes, depuis la demande de recrutement (NS 193 / NS 571) jusqu'a la titularisation du candidat retenu.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200400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Demande de recrutement formalisee &amp; tracable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675888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Workflow 10 etapes : candidature -&gt; titularisation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20624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151376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Notifications automatiques a chaque etape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68172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626864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Tableau de bord recrutement DRH en temps reel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157216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Lien direct avec la CVtheque &amp; le SIRH employes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5797296"/>
            <a:ext cx="5340096" cy="310896"/>
          </a:xfrm>
          <a:prstGeom prst="roundRect">
            <a:avLst>
              <a:gd name="adj" fmla="val 14706"/>
            </a:avLst>
          </a:prstGeom>
          <a:solidFill>
            <a:srgbClr val="06192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5797296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PROCHAINE ETAPE - Sept. / Oct. 2026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536192"/>
            <a:ext cx="5669280" cy="4773168"/>
          </a:xfrm>
          <a:prstGeom prst="roundRect">
            <a:avLst>
              <a:gd name="adj" fmla="val 1916"/>
            </a:avLst>
          </a:prstGeom>
          <a:solidFill>
            <a:srgbClr val="0D2D4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536192"/>
            <a:ext cx="566928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627632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59168" y="1627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Modules SIRH Complementaires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6CA8"/>
                </a:solidFill>
              </a:rPr>
              <a:t>Digitalisation complete des RH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73952" y="2249424"/>
            <a:ext cx="5340096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340864"/>
            <a:ext cx="53400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4A3B8"/>
                </a:solidFill>
              </a:rPr>
              <a:t>Capitaliser sur l'infrastructure SIRH SNH en cours de materialisation pour etendre progressivement la digitalisation a l'ensemble des processus RH.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10528" y="3255264"/>
            <a:ext cx="118872" cy="1188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3200400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ERP Paie - connexion des donnees de paie au SIRH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10528" y="3730752"/>
            <a:ext cx="118872" cy="1188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11696" y="3675888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Gestion des conges &amp; presences (time tracking)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10528" y="4206240"/>
            <a:ext cx="118872" cy="1188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4151376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Performance &amp; entretiens annuels (deja disponible)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10528" y="4681728"/>
            <a:ext cx="118872" cy="1188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1696" y="4626864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Formation &amp; plans de developpement des competences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10528" y="5157216"/>
            <a:ext cx="118872" cy="1188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1696" y="5102352"/>
            <a:ext cx="5084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Organigramme interactif &amp; annuaire des collaborateurs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73952" y="5797296"/>
            <a:ext cx="5340096" cy="310896"/>
          </a:xfrm>
          <a:prstGeom prst="roundRect">
            <a:avLst>
              <a:gd name="adj" fmla="val 14706"/>
            </a:avLst>
          </a:prstGeom>
          <a:solidFill>
            <a:srgbClr val="06192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5797296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6CA8"/>
                </a:solidFill>
              </a:rPr>
              <a:t>FEUILLE DE ROUTE 2026 - 2027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DRH/DI/COM  |  Note 641 du 19 juin 2026  |  Confidentiel  |  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Societe Nationale des Hydrocarbures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CVtheque &amp; Portail de Recrutement SNH - Directoire</dc:title>
  <dc:subject>CVtheque - Portail Candidat - Gestion RH</dc:subject>
  <dc:creator>PptxGenJS</dc:creator>
  <cp:lastModifiedBy>PptxGenJS</cp:lastModifiedBy>
  <cp:revision>1</cp:revision>
  <dcterms:created xsi:type="dcterms:W3CDTF">2026-07-06T07:12:12Z</dcterms:created>
  <dcterms:modified xsi:type="dcterms:W3CDTF">2026-07-06T07:12:12Z</dcterms:modified>
</cp:coreProperties>
</file>